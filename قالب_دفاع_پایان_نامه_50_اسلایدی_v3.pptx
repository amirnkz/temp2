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"/>
            <a:ext cx="12191695" cy="45720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82512"/>
            <a:ext cx="12191695" cy="475488"/>
          </a:xfrm>
          <a:prstGeom prst="roundRect">
            <a:avLst>
              <a:gd name="adj" fmla="val 15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پایان‌نامه</a:t>
            </a:r>
            <a:endParaRPr lang="en-US" sz="3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20240" y="28529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نام و نام خانوادگی دانشجو</a:t>
            </a:r>
            <a:endParaRPr lang="en-US" sz="19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34564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استاد راهنما: ...............................</a:t>
            </a:r>
            <a:endParaRPr lang="en-US" sz="15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20240" y="39684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دانشگاه  |  دانشکده  |  گروه آموزشی</a:t>
            </a:r>
            <a:endParaRPr lang="en-US" sz="13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4617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170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۵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۶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۷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۸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۹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۱۰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۱۱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۱۲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۱۳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۱۴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۱۵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۱۶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۱۷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۱۸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۱۹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۲۰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۲۱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۲۲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۲۳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۲۴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۲۵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۲۶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۲۷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۲۸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۲۹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۳۰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۳۱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۳۲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۳۳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۳۴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۳۵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۳۶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۳۷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۳۸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۳۹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۴۰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۴۱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۴۲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۴۳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۴۴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۴۵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۴۶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۴۷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۴۸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۴۹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7000"/>
            </a:avLst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  <a:effectLst>
            <a:outerShdw blurRad="101600" dist="38100" dir="8100000" rotWithShape="0">
              <a:srgbClr val="132F4C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دفاع پایان‌نامه</a:t>
            </a:r>
            <a:endParaRPr lang="en-US" sz="9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مقدمه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کارهای پیشین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معماری پیشنهادی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  <a:effectLst>
            <a:outerShdw blurRad="63500" dist="22860" dir="2700000" rotWithShape="0">
              <a:srgbClr val="132F4C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Times New Roman"/>
                <a:ea typeface="Times New Roman"/>
                <a:cs typeface="B Nazanin"/>
              </a:rPr>
              <a:t>نتایج شبیه‌سازی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50000"/>
            </a:avLst>
          </a:prstGeom>
          <a:solidFill>
            <a:srgbClr val="132F4C"/>
          </a:solidFill>
          <a:ln w="12700">
            <a:solidFill>
              <a:srgbClr val="132F4C">
                <a:alpha val="0"/>
              </a:srgbClr>
            </a:solidFill>
            <a:prstDash val="solid"/>
          </a:ln>
          <a:effectLst>
            <a:outerShdw blurRad="88900" dist="31750" dir="2700000" rotWithShape="0">
              <a:srgbClr val="132F4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50000"/>
            </a:avLst>
          </a:prstGeom>
          <a:solidFill>
            <a:srgbClr val="2A7E94"/>
          </a:solidFill>
          <a:ln w="12700">
            <a:solidFill>
              <a:srgbClr val="2A7E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/>
                <a:ea typeface="Times New Roman"/>
                <a:cs typeface="B Nazanin"/>
              </a:rPr>
              <a:t>جمع‌بندی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۵۰</a:t>
            </a:r>
            <a:endParaRPr lang="en-US" sz="20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شماره اسلاید</a:t>
            </a:r>
            <a:endParaRPr lang="en-US" sz="75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2F4C"/>
                </a:solidFill>
                <a:latin typeface="Times New Roman"/>
                <a:ea typeface="Times New Roman"/>
                <a:cs typeface="B Nazanin"/>
              </a:rPr>
              <a:t>عنوان اسلاید</a:t>
            </a:r>
            <a:endParaRPr lang="en-US" sz="2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4DEE7"/>
          </a:solidFill>
          <a:ln w="12700">
            <a:solidFill>
              <a:srgbClr val="D4DE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6500"/>
            </a:avLst>
          </a:prstGeom>
          <a:solidFill>
            <a:srgbClr val="FCFDFE"/>
          </a:solidFill>
          <a:ln w="12700">
            <a:solidFill>
              <a:srgbClr val="DDE5ED"/>
            </a:solidFill>
            <a:prstDash val="solid"/>
          </a:ln>
          <a:effectLst>
            <a:outerShdw blurRad="76200" dist="25400" dir="2700000" rotWithShape="0">
              <a:srgbClr val="132F4C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6E7F8E"/>
                </a:solidFill>
                <a:latin typeface="Times New Roman"/>
                <a:ea typeface="Times New Roman"/>
                <a:cs typeface="B Nazanin"/>
              </a:rPr>
              <a:t>متن، شکل، نمودار یا جدول این اسلاید را اینجا قرار دهید</a:t>
            </a:r>
            <a:endParaRPr lang="en-US" sz="1800" dirty="0">
              <a:latin typeface="Times New Roman"/>
              <a:ea typeface="Times New Roman"/>
              <a:cs typeface="B Nazani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A7E94"/>
                </a:solidFill>
                <a:latin typeface="Times New Roman"/>
                <a:ea typeface="Times New Roman"/>
                <a:cs typeface="B Nazanin"/>
              </a:rPr>
              <a:t>نکته کلیدی / پیام اصلی اسلاید</a:t>
            </a:r>
            <a:endParaRPr lang="en-US" sz="1050" dirty="0">
              <a:latin typeface="Times New Roman"/>
              <a:ea typeface="Times New Roman"/>
              <a:cs typeface="B Nazan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Times New Roman"/>
        <a:cs typeface="B Nazanin"/>
        <a:font script="Jpan" typeface="游ゴシック Light"/>
        <a:font script="Hang" typeface="맑은 고딕"/>
        <a:font script="Hans" typeface="等线 Light"/>
        <a:font script="Hant" typeface="新細明體"/>
        <a:font script="Arab" typeface="B Nazani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Times New Roman"/>
        <a:cs typeface="B Nazanin"/>
        <a:font script="Jpan" typeface="游ゴシック"/>
        <a:font script="Hang" typeface="맑은 고딕"/>
        <a:font script="Hans" typeface="等线"/>
        <a:font script="Hant" typeface="新細明體"/>
        <a:font script="Arab" typeface="B Nazanin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Template</dc:title>
  <dc:subject>Persian thesis defense template</dc:subject>
  <dc:creator>OpenAI</dc:creator>
  <cp:lastModifiedBy>OpenAI</cp:lastModifiedBy>
  <cp:revision>1</cp:revision>
  <dcterms:created xsi:type="dcterms:W3CDTF">2026-09-29T14:20:54Z</dcterms:created>
  <dcterms:modified xsi:type="dcterms:W3CDTF">2026-09-29T14:20:54Z</dcterms:modified>
</cp:coreProperties>
</file>