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27273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"/>
            <a:ext cx="12191695" cy="45720"/>
          </a:xfrm>
          <a:prstGeom prst="roundRect">
            <a:avLst>
              <a:gd name="adj" fmla="val 40000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382512"/>
            <a:ext cx="12191695" cy="475488"/>
          </a:xfrm>
          <a:prstGeom prst="roundRect">
            <a:avLst>
              <a:gd name="adj" fmla="val 5769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پایان‌نامه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285292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نام و نام خانوادگی دانشجو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20240" y="345643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استاد راهنما: ...............................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3968496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دانشگاه  |  دانشکده  |  گروه آموزشی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105156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0" y="178308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251460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۴۱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۴۲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44200" y="324612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۴۷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۴۹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34472" cy="64008"/>
          </a:xfrm>
          <a:prstGeom prst="roundRect">
            <a:avLst>
              <a:gd name="adj" fmla="val 42857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1904" y="91440"/>
            <a:ext cx="1493215" cy="6473952"/>
          </a:xfrm>
          <a:prstGeom prst="roundRect">
            <a:avLst>
              <a:gd name="adj" fmla="val 11023"/>
            </a:avLst>
          </a:prstGeom>
          <a:solidFill>
            <a:srgbClr val="F2F4F7"/>
          </a:solidFill>
          <a:ln w="12700">
            <a:solidFill>
              <a:srgbClr val="F2F4F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91440"/>
            <a:ext cx="50292" cy="6473952"/>
          </a:xfrm>
          <a:prstGeom prst="roundRect">
            <a:avLst>
              <a:gd name="adj" fmla="val 45455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0776" y="320040"/>
            <a:ext cx="1319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دفاع پایان‌نامه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744200" y="98755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17352" y="106984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مقدمه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744200" y="171907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17352" y="180136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کارهای پیشین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744200" y="245059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17352" y="253288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معماری پیشنهادی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744200" y="318211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17352" y="326440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1B283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نتایج شبیه‌سازی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744200" y="3913632"/>
            <a:ext cx="1337767" cy="548640"/>
          </a:xfrm>
          <a:prstGeom prst="roundRect">
            <a:avLst>
              <a:gd name="adj" fmla="val 26667"/>
            </a:avLst>
          </a:prstGeom>
          <a:solidFill>
            <a:srgbClr val="173B57"/>
          </a:solidFill>
          <a:ln w="12700">
            <a:solidFill>
              <a:srgbClr val="173B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3977640"/>
            <a:ext cx="41148" cy="420624"/>
          </a:xfrm>
          <a:prstGeom prst="roundRect">
            <a:avLst>
              <a:gd name="adj" fmla="val 44444"/>
            </a:avLst>
          </a:prstGeom>
          <a:solidFill>
            <a:srgbClr val="2C7A8A"/>
          </a:solidFill>
          <a:ln w="12700">
            <a:solidFill>
              <a:srgbClr val="2C7A8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2" y="3995928"/>
            <a:ext cx="12188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جمع‌بندی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80776" y="5623560"/>
            <a:ext cx="1264615" cy="16459"/>
          </a:xfrm>
          <a:prstGeom prst="roundRect">
            <a:avLst>
              <a:gd name="adj" fmla="val 55556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99064" y="5870448"/>
            <a:ext cx="1246327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۵۰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799064" y="6291072"/>
            <a:ext cx="124632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750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شماره اسلاید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"/>
            <a:ext cx="9646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73B57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عنوان اسلاید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58368" y="1078992"/>
            <a:ext cx="9646920" cy="18288"/>
          </a:xfrm>
          <a:prstGeom prst="roundRect">
            <a:avLst>
              <a:gd name="adj" fmla="val 50000"/>
            </a:avLst>
          </a:prstGeom>
          <a:solidFill>
            <a:srgbClr val="DCE2E7"/>
          </a:solidFill>
          <a:ln w="12700">
            <a:solidFill>
              <a:srgbClr val="DCE2E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1298448"/>
            <a:ext cx="9646920" cy="4800600"/>
          </a:xfrm>
          <a:prstGeom prst="roundRect">
            <a:avLst>
              <a:gd name="adj" fmla="val 3048"/>
            </a:avLst>
          </a:prstGeom>
          <a:solidFill>
            <a:srgbClr val="FBFCFD"/>
          </a:solidFill>
          <a:ln w="12700">
            <a:solidFill>
              <a:srgbClr val="E2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3200400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7A8793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متن، شکل، نمودار یا جدول این اسلاید را اینجا قرار دهید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742432"/>
            <a:ext cx="9125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2C7A8A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 / پیام اصلی اسلاید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 Nazani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 Nazan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Template</dc:title>
  <dc:subject>Persian thesis defense template</dc:subject>
  <dc:creator>OpenAI</dc:creator>
  <cp:lastModifiedBy>OpenAI</cp:lastModifiedBy>
  <cp:revision>1</cp:revision>
  <dcterms:created xsi:type="dcterms:W3CDTF">2026-09-29T14:20:54Z</dcterms:created>
  <dcterms:modified xsi:type="dcterms:W3CDTF">2026-09-29T14:20:54Z</dcterms:modified>
</cp:coreProperties>
</file>